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1749508d814307" /><Relationship Type="http://schemas.openxmlformats.org/officeDocument/2006/relationships/extended-properties" Target="/docProps/app.xml" Id="R6fc4fe7a77764187" /><Relationship Type="http://schemas.openxmlformats.org/officeDocument/2006/relationships/officeDocument" Target="/ppt/presentation.xml" Id="R700ab010fc8a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07f747bac482e"/>
  </p:sldMasterIdLst>
  <p:notesMasterIdLst>
    <p:notesMasterId xmlns:r="http://schemas.openxmlformats.org/officeDocument/2006/relationships" r:id="Rc2daef124c2e4054"/>
  </p:notesMasterIdLst>
  <p:sldIdLst>
    <p:sldId xmlns:r="http://schemas.openxmlformats.org/officeDocument/2006/relationships" id="256" r:id="Rba230b82fa7946f0"/>
    <p:sldId xmlns:r="http://schemas.openxmlformats.org/officeDocument/2006/relationships" id="257" r:id="Rd858eded71284379"/>
    <p:sldId xmlns:r="http://schemas.openxmlformats.org/officeDocument/2006/relationships" id="258" r:id="Rd63e0e5de9aa45c2"/>
    <p:sldId xmlns:r="http://schemas.openxmlformats.org/officeDocument/2006/relationships" id="259" r:id="R248231869134450e"/>
    <p:sldId xmlns:r="http://schemas.openxmlformats.org/officeDocument/2006/relationships" id="260" r:id="R6aa22ed21c6d4dd8"/>
    <p:sldId xmlns:r="http://schemas.openxmlformats.org/officeDocument/2006/relationships" id="261" r:id="Raf6f796969dd4a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26886cd1940ed" /><Relationship Type="http://schemas.openxmlformats.org/officeDocument/2006/relationships/slideMaster" Target="/ppt/slideMasters/slideMaster1.xml" Id="R4c607f747bac482e" /><Relationship Type="http://schemas.openxmlformats.org/officeDocument/2006/relationships/notesMaster" Target="/ppt/notesMasters/notesMaster1.xml" Id="Rc2daef124c2e4054" /><Relationship Type="http://schemas.openxmlformats.org/officeDocument/2006/relationships/presProps" Target="/ppt/presProps.xml" Id="R8998af97c6f54c18" /><Relationship Type="http://schemas.openxmlformats.org/officeDocument/2006/relationships/tableStyles" Target="/ppt/tableStyles.xml" Id="R5c334d754b7c4e93" /><Relationship Type="http://schemas.openxmlformats.org/officeDocument/2006/relationships/slide" Target="/ppt/slides/slide1.xml" Id="Rba230b82fa7946f0" /><Relationship Type="http://schemas.openxmlformats.org/officeDocument/2006/relationships/slide" Target="/ppt/slides/slide2.xml" Id="Rd858eded71284379" /><Relationship Type="http://schemas.openxmlformats.org/officeDocument/2006/relationships/slide" Target="/ppt/slides/slide3.xml" Id="Rd63e0e5de9aa45c2" /><Relationship Type="http://schemas.openxmlformats.org/officeDocument/2006/relationships/slide" Target="/ppt/slides/slide4.xml" Id="R248231869134450e" /><Relationship Type="http://schemas.openxmlformats.org/officeDocument/2006/relationships/slide" Target="/ppt/slides/slide5.xml" Id="R6aa22ed21c6d4dd8" /><Relationship Type="http://schemas.openxmlformats.org/officeDocument/2006/relationships/slide" Target="/ppt/slides/slide6.xml" Id="Raf6f796969dd4a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ef280d2d849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ba5c5ceb84cfc" /><Relationship Type="http://schemas.openxmlformats.org/officeDocument/2006/relationships/notesMaster" Target="/ppt/notesMasters/notesMaster1.xml" Id="Rb8db7832889b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a9b065bdf747f2" /><Relationship Type="http://schemas.openxmlformats.org/officeDocument/2006/relationships/notesMaster" Target="/ppt/notesMasters/notesMaster1.xml" Id="Rbcced41621c741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00f354cd144f49" /><Relationship Type="http://schemas.openxmlformats.org/officeDocument/2006/relationships/notesMaster" Target="/ppt/notesMasters/notesMaster1.xml" Id="Reec07bd7508544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9c8b5dcc9a4a16" /><Relationship Type="http://schemas.openxmlformats.org/officeDocument/2006/relationships/notesMaster" Target="/ppt/notesMasters/notesMaster1.xml" Id="Ref69a0a7235d4a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25c535d944bb0" /><Relationship Type="http://schemas.openxmlformats.org/officeDocument/2006/relationships/notesMaster" Target="/ppt/notesMasters/notesMaster1.xml" Id="R30195cb06a4c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a00413d7984b2c" /><Relationship Type="http://schemas.openxmlformats.org/officeDocument/2006/relationships/notesMaster" Target="/ppt/notesMasters/notesMaster1.xml" Id="R55ab25b2b130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Somos [equipo]. El agente recibe un objetivo y toma decisiones a partir de la pantalla. La ambición es resolver distintas tareas en apps nuevas mediante teclado y ratón vía VNC. Proyecto en desarrollo. Fuente: README.md y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0:25–1:05. Estos son tipos de tareas objetivo del reto, no capacidades ya aprobadas. Queremos un agente general que decida el recorrido dentro de una aplicación nueva, sujeto a permisos, alcance y controles accesibles. No afirmar éxito universal ni que todos estos flujos ya funcionan. Fuentes: docs/requisitos-reto-1.md y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1:05–1:55. Coordinador: hitos; operador: propuesta desde pantalla; verificador: evidencia; recovery: bloqueo dentro del alcance. Gateway único ejecuta. La autonomía está en elegir el recorrido, no en ampliar la instrucción. La verificación usa evidencias, y el runner confirma cierre. Integración no equivale a aceptación de negocio. Fuentes: app/agents/graph_v2.py, app/worker/runner.py y docs/02-ejecucion/integracion-openrouter-v2.md.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1:55–3:35. Aquí se muestra la demo real. 15 s: instrucción y pantalla inicial; 55 s: recorrido; 30 s: evidencia final y chequeo externo. Completar con una ejecución validada. Si se dispone de una variación real de UI, mostrar qué observó y cómo cambió de acción; si no, describir la adaptación como diseño, sin inventar una demostración. No usar coordenadas memorizadas. Si supera el tiempo, usar grabación de ejecución real identificada como tal. Mostrar fallos y abstención cuando ocurran. Expectativas del harness fuera del agente. Fuentes: docs/02-ejecucion/evaluaciones.md y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3:35–4:35. Sustituir por números de la suite final con denominadores y distinguir sintético/práctica/app desconocida. La consulta real sólo lectura documentada con cero acciones y cierre confirmado no prueba tareas de negocio. Abstención segura puede ser PASS. No presentar metas como resultados. Fuente: docs/02-ejecucion/integracion-openrouter-v2.md y evaluaciones.md.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4:35–5:00. Este cierre expresa la ambición del sistema, no generalidad ya probada. Al terminar el reto se incorporará una conclusión basada en evidencia: tareas realizadas, condiciones, fallos y siguiente prioridad. No afirmar que puede hacer cualquier cosa en toda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a5a0e1f0147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5959671a74a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9e4d0c9a343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349f7ad874e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df3f931ac4c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1fd374617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0A555F-D676-4E30-AA5A-77A4F174E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783AEB-EB8A-44D0-8212-8140BE37D1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59043B-7139-4A2C-93D9-219CEF727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08E090-6017-460F-B59A-81D4B42E2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6271EC-4A24-409D-8615-C5EB64C099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809584-C2C2-475F-A6CB-66EC38FC5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A1C4B-ADF7-462E-9FAC-9B9C712FE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B5D380-9AD1-4594-BF29-548D97F935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AFAAD8-B4B5-4478-81F1-272D05CD4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362D6-24F9-4D6F-A821-F0498B334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ccd257e45940b1" /><Relationship Type="http://schemas.openxmlformats.org/officeDocument/2006/relationships/slideLayout" Target="/ppt/slideLayouts/slideLayout1.xml" Id="R3ddaa7a717d34589" /><Relationship Type="http://schemas.openxmlformats.org/officeDocument/2006/relationships/slideLayout" Target="/ppt/slideLayouts/slideLayout2.xml" Id="Re9d1bc7b6c6e426f" /><Relationship Type="http://schemas.openxmlformats.org/officeDocument/2006/relationships/slideLayout" Target="/ppt/slideLayouts/slideLayout3.xml" Id="Rf47cec908b394522" /><Relationship Type="http://schemas.openxmlformats.org/officeDocument/2006/relationships/slideLayout" Target="/ppt/slideLayouts/slideLayout4.xml" Id="R39c8d3fe6803495f" /><Relationship Type="http://schemas.openxmlformats.org/officeDocument/2006/relationships/slideLayout" Target="/ppt/slideLayouts/slideLayout5.xml" Id="Re1ecf03533f64082" /><Relationship Type="http://schemas.openxmlformats.org/officeDocument/2006/relationships/slideLayout" Target="/ppt/slideLayouts/slideLayout6.xml" Id="Rfdd1a864ee34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aa7a717d34589"/>
    <p:sldLayoutId xmlns:r="http://schemas.openxmlformats.org/officeDocument/2006/relationships" id="2147483650" r:id="Re9d1bc7b6c6e426f"/>
    <p:sldLayoutId xmlns:r="http://schemas.openxmlformats.org/officeDocument/2006/relationships" id="2147483651" r:id="Rf47cec908b394522"/>
    <p:sldLayoutId xmlns:r="http://schemas.openxmlformats.org/officeDocument/2006/relationships" id="2147483652" r:id="R39c8d3fe6803495f"/>
    <p:sldLayoutId xmlns:r="http://schemas.openxmlformats.org/officeDocument/2006/relationships" id="2147483653" r:id="Re1ecf03533f64082"/>
    <p:sldLayoutId xmlns:r="http://schemas.openxmlformats.org/officeDocument/2006/relationships" id="2147483654" r:id="Rfdd1a864ee34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f27f0b53745d2" /><Relationship Type="http://schemas.openxmlformats.org/officeDocument/2006/relationships/notesSlide" Target="/ppt/notesSlides/notesSlide1.xml" Id="Rff37050ce4f3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b9cc08cd445ea" /><Relationship Type="http://schemas.openxmlformats.org/officeDocument/2006/relationships/notesSlide" Target="/ppt/notesSlides/notesSlide2.xml" Id="R47555fdbb97b43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2817eb9e745c0" /><Relationship Type="http://schemas.openxmlformats.org/officeDocument/2006/relationships/notesSlide" Target="/ppt/notesSlides/notesSlide3.xml" Id="Ra2602777300f4c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706a921ec4a70" /><Relationship Type="http://schemas.openxmlformats.org/officeDocument/2006/relationships/notesSlide" Target="/ppt/notesSlides/notesSlide4.xml" Id="Rc491f311802b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603c83fd84383" /><Relationship Type="http://schemas.openxmlformats.org/officeDocument/2006/relationships/notesSlide" Target="/ppt/notesSlides/notesSlide5.xml" Id="R4733b329f6944d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ccc60fb7c4109" /><Relationship Type="http://schemas.openxmlformats.org/officeDocument/2006/relationships/notesSlide" Target="/ppt/notesSlides/notesSlide6.xml" Id="R16f74c3b82c14c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A2F1-0A42-4A52-8AC9-9D6BEDD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Frontier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F343E-DFC9-4FBD-971F-679EC40B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 agente que decide</a:t>
            </a:r>
          </a:p>
          <a:p xmlns:a="http://schemas.openxmlformats.org/drawingml/2006/main">
            <a:pPr>
              <a:defRPr sz="45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cómo operar una app nueva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8B45-00D7-4694-BDF5-9DBEB651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Recibe un objetivo en lenguaje natural.</a:t>
            </a:r>
          </a:p>
          <a:p xmlns:a="http://schemas.openxmlformats.org/drawingml/2006/main">
            <a:pPr>
              <a:defRPr sz="24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Observa la interfaz y elige cómo avanzar.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ECB3-4103-4724-AE10-8D7B23A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Proyecto en desarrollo · 25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CE4E2-BA04-4C8F-B06A-8CA5C0E5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828996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AF4D2-E082-4B84-8594-6ADF1F5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Distintas tareas, una misma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7EF5B-F966-4A35-BEE6-0628D6D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 usuario define el objetivo.</a:t>
            </a:r>
          </a:p>
          <a:p xmlns:a="http://schemas.openxmlformats.org/drawingml/2006/main">
            <a:pPr>
              <a:def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 agente decide el recorrido.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C3FAA-144C-4454-8309-EC7B9C0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Consultar información</a:t>
            </a:r>
          </a:p>
          <a:p xmlns:a="http://schemas.openxmlformats.org/drawingml/2006/main">
            <a: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Crear o editar un registro</a:t>
            </a:r>
          </a:p>
          <a:p xmlns:a="http://schemas.openxmlformats.org/drawingml/2006/main">
            <a: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Filtrar y exportar 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0C4DD-486E-40A7-8244-E5B4310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Nuestra meta: resolver cualquier tarea permitida</a:t>
            </a:r>
          </a:p>
          <a:p xmlns:a="http://schemas.openxmlformats.org/drawingml/2006/main">
            <a:pPr>
              <a:def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y realizable desde la interfaz.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C2C88-2408-4E1F-BB34-7DE5669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Proyecto en desarrollo · 40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2020D-2160-41E1-AE3D-2603FA7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535361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D452D-BA5E-4858-8107-E7AFA215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Decisiones basadas en lo que 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266CA-E84A-458A-839E-AEFE869D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234C8-0D7C-487C-AD7E-E4F83796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65C8C-55BA-4E41-A934-E3E5BA3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049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3448E-A09B-4720-80EF-B3C43BCD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PLANIFICAR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BD7E3-FF8A-44C9-B082-EBAE13BB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416B5-AC4C-4C76-A46F-097BCE07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ACTUAR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1C00F-CF7F-491B-954F-0D3171D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049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E7B8A-874A-498C-840E-BF4269B5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EC163-1818-40D1-8360-15CA78AD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Identifica qué hay en pantalla y qué falta para el objetivo.</a:t>
            </a:r>
          </a:p>
          <a:p xmlns:a="http://schemas.openxmlformats.org/drawingml/2006/main">
            <a: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Elige el siguiente paso y comprueba su efecto.</a:t>
            </a:r>
          </a:p>
          <a:p xmlns:a="http://schemas.openxmlformats.org/drawingml/2006/main">
            <a:pPr>
              <a:def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Si aparece un bloqueo, reobserva y ajusta el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3C84F-CB40-4DD6-B9D5-DE52B4D6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Si la identidad es ambigua, se detiene antes de modificar.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E591F-A142-4AA9-A5C3-3B1EE1C4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Proyecto en desarrollo · 50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7078A-6F20-4AAA-A1C8-28BA6A1A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970327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4BA47-739E-4DFD-B3F1-87BBFFF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Adaptación en una app nueva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4B18C-03B6-44C9-8575-8ED579CA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La interfaz puede cambiar.</a:t>
            </a:r>
          </a:p>
          <a:p xmlns:a="http://schemas.openxmlformats.org/drawingml/2006/main">
            <a:pPr>
              <a:def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 objetivo sigue guiando al agente.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F419C-618E-44A1-A059-882BA2B1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Reconocer los controles disponibles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Elegir un recorrido según la pantalla actual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Comprobar el resultado y corregir el siguiente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26D6C-5692-4617-9CAF-ED6262A8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DEMO · [tarea validada] → [resultado observable]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1EBB8-9228-4619-9894-68AADF0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Proyecto en desarrollo · 100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92CF9-DAD2-41F3-82E8-F752E62F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819885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CCC82-3EA5-49CD-B3A9-7A4B6E89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Qué vamos a demostrar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1D595-E935-420C-ACAC-9E894CD7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La evidencia estará</a:t>
            </a:r>
          </a:p>
          <a:p xmlns:a="http://schemas.openxmlformats.org/drawingml/2006/main">
            <a:pPr>
              <a:defRPr sz="34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en el resultado de la app.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83811-A811-4C0A-9A6C-CCFC51E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Resultado de la suite     [PASS / FAIL / ERROR / SKIPPED]</a:t>
            </a:r>
          </a:p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Tiempo y muestra          [duración / N ejecuciones]</a:t>
            </a:r>
          </a:p>
          <a:p xmlns:a="http://schemas.openxmlformats.org/drawingml/2006/main">
            <a:pPr>
              <a:def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Fallo observado             [síntoma / causa / límite]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4D71C-862E-4791-BB15-48170AE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Resultados finales pendientes de la evaluación.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90E4B-D62B-428F-ABA6-66541A65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Proyecto en desarrollo · 60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FA437-9878-4FB6-AD29-40EE4F6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152414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171D-1DC0-4951-A635-EE4B65A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9A"/>
                </a:solidFill>
                <a:latin typeface="Helvetica Neue"/>
                <a:ea typeface="Helvetica Neue"/>
                <a:cs typeface="Helvetica Neue"/>
              </a:rPr>
              <a:t>El objetivo: operar apps nuevas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C5341-6CF9-4F7B-A0EE-755BD04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Que una nueva interfaz</a:t>
            </a:r>
          </a:p>
          <a:p xmlns:a="http://schemas.openxmlformats.org/drawingml/2006/main">
            <a:pPr>
              <a:def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no obligue a programar</a:t>
            </a:r>
          </a:p>
          <a:p xmlns:a="http://schemas.openxmlformats.org/drawingml/2006/main">
            <a:pPr>
              <a:def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 nuevo recorrido.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4CB66-4167-47BF-AC12-6AE159D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Una instrucción para expresar la tarea.</a:t>
            </a:r>
          </a:p>
          <a:p xmlns:a="http://schemas.openxmlformats.org/drawingml/2006/main">
            <a:pPr>
              <a:def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B50"/>
                </a:solidFill>
                <a:latin typeface="Helvetica Neue"/>
                <a:ea typeface="Helvetica Neue"/>
                <a:cs typeface="Helvetica Neue"/>
              </a:rPr>
              <a:t>Decisiones para encontrar cómo resolverla.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3A869-C736-4511-B44F-A2D00FD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65422"/>
                </a:solidFill>
                <a:latin typeface="Helvetica Neue"/>
                <a:ea typeface="Helvetica Neue"/>
                <a:cs typeface="Helvetica Neue"/>
              </a:rPr>
              <a:t>Al cierre: capacidad demostrada, límites y siguiente mejora.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05376-698B-48E3-A824-CB432B9D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Proyecto en desarrollo · 25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AE05-3097-4720-B509-BDAAA2D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29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B76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1407124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2026-10-10T20:49:02.5540000Z</dcterms:created>
  <dcterms:modified xsi:type="dcterms:W3CDTF">2026-10-10T20:49:02.5540000Z</dcterms:modified>
</coreProperties>
</file>