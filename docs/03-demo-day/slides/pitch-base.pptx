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05c0870f21406d" /><Relationship Type="http://schemas.openxmlformats.org/officeDocument/2006/relationships/extended-properties" Target="/docProps/app.xml" Id="R8d705b72468d4f4e" /><Relationship Type="http://schemas.openxmlformats.org/officeDocument/2006/relationships/officeDocument" Target="/ppt/presentation.xml" Id="R829f57449ad846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1222cc560349eb"/>
  </p:sldMasterIdLst>
  <p:notesMasterIdLst>
    <p:notesMasterId xmlns:r="http://schemas.openxmlformats.org/officeDocument/2006/relationships" r:id="R92581976b0b44e01"/>
  </p:notesMasterIdLst>
  <p:sldIdLst>
    <p:sldId xmlns:r="http://schemas.openxmlformats.org/officeDocument/2006/relationships" id="256" r:id="Rfc02351c386f45fa"/>
    <p:sldId xmlns:r="http://schemas.openxmlformats.org/officeDocument/2006/relationships" id="257" r:id="R4db5e3c4b23647f2"/>
    <p:sldId xmlns:r="http://schemas.openxmlformats.org/officeDocument/2006/relationships" id="258" r:id="R717b0f98fb9d4873"/>
    <p:sldId xmlns:r="http://schemas.openxmlformats.org/officeDocument/2006/relationships" id="259" r:id="R52580c13182e40a6"/>
    <p:sldId xmlns:r="http://schemas.openxmlformats.org/officeDocument/2006/relationships" id="260" r:id="R57336d745ad04003"/>
    <p:sldId xmlns:r="http://schemas.openxmlformats.org/officeDocument/2006/relationships" id="261" r:id="R81d66558240041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93f385a41d401d" /><Relationship Type="http://schemas.openxmlformats.org/officeDocument/2006/relationships/slideMaster" Target="/ppt/slideMasters/slideMaster1.xml" Id="Re21222cc560349eb" /><Relationship Type="http://schemas.openxmlformats.org/officeDocument/2006/relationships/notesMaster" Target="/ppt/notesMasters/notesMaster1.xml" Id="R92581976b0b44e01" /><Relationship Type="http://schemas.openxmlformats.org/officeDocument/2006/relationships/presProps" Target="/ppt/presProps.xml" Id="R210fea2e9ddd4927" /><Relationship Type="http://schemas.openxmlformats.org/officeDocument/2006/relationships/tableStyles" Target="/ppt/tableStyles.xml" Id="Rc02f8661f698432f" /><Relationship Type="http://schemas.openxmlformats.org/officeDocument/2006/relationships/slide" Target="/ppt/slides/slide1.xml" Id="Rfc02351c386f45fa" /><Relationship Type="http://schemas.openxmlformats.org/officeDocument/2006/relationships/slide" Target="/ppt/slides/slide2.xml" Id="R4db5e3c4b23647f2" /><Relationship Type="http://schemas.openxmlformats.org/officeDocument/2006/relationships/slide" Target="/ppt/slides/slide3.xml" Id="R717b0f98fb9d4873" /><Relationship Type="http://schemas.openxmlformats.org/officeDocument/2006/relationships/slide" Target="/ppt/slides/slide4.xml" Id="R52580c13182e40a6" /><Relationship Type="http://schemas.openxmlformats.org/officeDocument/2006/relationships/slide" Target="/ppt/slides/slide5.xml" Id="R57336d745ad04003" /><Relationship Type="http://schemas.openxmlformats.org/officeDocument/2006/relationships/slide" Target="/ppt/slides/slide6.xml" Id="R81d66558240041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b969a5b3e343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4d9b5d94cd4e53" /><Relationship Type="http://schemas.openxmlformats.org/officeDocument/2006/relationships/notesMaster" Target="/ppt/notesMasters/notesMaster1.xml" Id="R8da2f8b60ef34a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f9848951204de7" /><Relationship Type="http://schemas.openxmlformats.org/officeDocument/2006/relationships/notesMaster" Target="/ppt/notesMasters/notesMaster1.xml" Id="R90dbcfc036fb49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dae965339c45b7" /><Relationship Type="http://schemas.openxmlformats.org/officeDocument/2006/relationships/notesMaster" Target="/ppt/notesMasters/notesMaster1.xml" Id="R2b005221ec254f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13db71b42347e6" /><Relationship Type="http://schemas.openxmlformats.org/officeDocument/2006/relationships/notesMaster" Target="/ppt/notesMasters/notesMaster1.xml" Id="R8def8536ca2642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e37bfc023f408e" /><Relationship Type="http://schemas.openxmlformats.org/officeDocument/2006/relationships/notesMaster" Target="/ppt/notesMasters/notesMaster1.xml" Id="R83746750a94c4a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fb4a243ba44e5f" /><Relationship Type="http://schemas.openxmlformats.org/officeDocument/2006/relationships/notesMaster" Target="/ppt/notesMasters/notesMaster1.xml" Id="Ra128a3c0b86947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0:00–0:25. Somos [equipo / integrantes]. Construimos un agente que recibe una instrucción y busca completar la tarea usando el escritorio. Proyecto en desarrollo. Fuente: README.md y AGENTS.md.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0:25–1:05. El usuario necesita consultar o modificar información en una app desconocida. El reto permite pantalla e interacción VNC. No basarse en coordenadas fijas ni respuestas memorizadas. Fuente: docs/requisitos-reto-1.md.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1:05–1:55. API durable, worker con grafo y roles diferenciados. Recovery trata bloqueos dentro del alcance y plazo. PostgreSQL conserva autoridad; Redis transporta referencias. Integración no equivale a aceptación de tareas de negocio. Fuentes: docs/02-ejecucion/integracion-openrouter-v2.md, app/agents/graph_v2.py y app/worker/runner.py.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1:55–3:35. Completar tarea, condición de éxito, evidencia sanitizada y duración. 15 s instrucción/estado inicial; 55 s recorrido; 30 s verificación/límite. Si excede el bloque, usar grabación revisada de ejecución real e identificarla como grabación. Si falla, mostrar el punto y estado real. Harness externo recibe expectativas que el agente no recibe. No mostrar credenciales o datos privados. Fuente: docs/02-ejecucion/evaluaciones.md.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3:35–4:35. Reemplazar con métricas finales y denominador. Existe consulta VNC sólo lectura con cero acciones y cierre confirmado; no acredita E1–E5. Separar pruebas sintéticas, modelos reales sobre imágenes sintéticas, práctica real y evaluación final. Abstención segura puede ser PASS. Polling no mide instante exacto de cierre. Fuentes: docs/02-ejecucion/integracion-openrouter-v2.md y evaluaciones.md.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4:35–5:00. Al terminar, reemplazar por una conclusión sustentada: capacidad demostrada, condiciones y límite. No declarar generalidad universal por los casos de práctica.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30dd4df264e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09e5e29e147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09790514044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c027f932a46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fd8e2872cd41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0255b3e6c49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0A555F-D676-4E30-AA5A-77A4F174EF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783AEB-EB8A-44D0-8212-8140BE37D1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59043B-7139-4A2C-93D9-219CEF7270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08E090-6017-460F-B59A-81D4B42E23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6271EC-4A24-409D-8615-C5EB64C099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809584-C2C2-475F-A6CB-66EC38FC5B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4A1C4B-ADF7-462E-9FAC-9B9C712FED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9B5D380-9AD1-4594-BF29-548D97F935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AFAAD8-B4B5-4478-81F1-272D05CD43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D362D6-24F9-4D6F-A821-F0498B3345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3f9bba6e7042f3" /><Relationship Type="http://schemas.openxmlformats.org/officeDocument/2006/relationships/slideLayout" Target="/ppt/slideLayouts/slideLayout1.xml" Id="R21bdfe2577784806" /><Relationship Type="http://schemas.openxmlformats.org/officeDocument/2006/relationships/slideLayout" Target="/ppt/slideLayouts/slideLayout2.xml" Id="R352f7af4a3de45c9" /><Relationship Type="http://schemas.openxmlformats.org/officeDocument/2006/relationships/slideLayout" Target="/ppt/slideLayouts/slideLayout3.xml" Id="R7fd5bf6f87184082" /><Relationship Type="http://schemas.openxmlformats.org/officeDocument/2006/relationships/slideLayout" Target="/ppt/slideLayouts/slideLayout4.xml" Id="R9baf3311360d4157" /><Relationship Type="http://schemas.openxmlformats.org/officeDocument/2006/relationships/slideLayout" Target="/ppt/slideLayouts/slideLayout5.xml" Id="R7094f683ca9a4892" /><Relationship Type="http://schemas.openxmlformats.org/officeDocument/2006/relationships/slideLayout" Target="/ppt/slideLayouts/slideLayout6.xml" Id="R28b4b139b6034e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bdfe2577784806"/>
    <p:sldLayoutId xmlns:r="http://schemas.openxmlformats.org/officeDocument/2006/relationships" id="2147483650" r:id="R352f7af4a3de45c9"/>
    <p:sldLayoutId xmlns:r="http://schemas.openxmlformats.org/officeDocument/2006/relationships" id="2147483651" r:id="R7fd5bf6f87184082"/>
    <p:sldLayoutId xmlns:r="http://schemas.openxmlformats.org/officeDocument/2006/relationships" id="2147483652" r:id="R9baf3311360d4157"/>
    <p:sldLayoutId xmlns:r="http://schemas.openxmlformats.org/officeDocument/2006/relationships" id="2147483653" r:id="R7094f683ca9a4892"/>
    <p:sldLayoutId xmlns:r="http://schemas.openxmlformats.org/officeDocument/2006/relationships" id="2147483654" r:id="R28b4b139b6034e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ed5380e9344255" /><Relationship Type="http://schemas.openxmlformats.org/officeDocument/2006/relationships/notesSlide" Target="/ppt/notesSlides/notesSlide1.xml" Id="R9d2a15c2bdee4a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97c8230db04720" /><Relationship Type="http://schemas.openxmlformats.org/officeDocument/2006/relationships/notesSlide" Target="/ppt/notesSlides/notesSlide2.xml" Id="Rc81680fffbde41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d5302e05364b53" /><Relationship Type="http://schemas.openxmlformats.org/officeDocument/2006/relationships/notesSlide" Target="/ppt/notesSlides/notesSlide3.xml" Id="R89954519325146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20431a3398417d" /><Relationship Type="http://schemas.openxmlformats.org/officeDocument/2006/relationships/notesSlide" Target="/ppt/notesSlides/notesSlide4.xml" Id="R84621ac86f2747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c6673ceaa74697" /><Relationship Type="http://schemas.openxmlformats.org/officeDocument/2006/relationships/notesSlide" Target="/ppt/notesSlides/notesSlide5.xml" Id="R4c42d14ca01d42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168014d7894053" /><Relationship Type="http://schemas.openxmlformats.org/officeDocument/2006/relationships/notesSlide" Target="/ppt/notesSlides/notesSlide6.xml" Id="R1f6d8d1fad414f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FDF01-B068-40FD-B30E-9145244E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Frontier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8CE5D-4F50-421F-B91E-E6F06127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Tareas en lenguaje natural sobre aplicaciones desconocidas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Pantalla, teclado y ratón vía VNC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FA869-ABB9-4F6E-A4A9-14BBF991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245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rPr>
              <a:t>BASE EN DESARROLLO · 25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00526-E1DA-48AE-8E64-B63CF77A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rPr>
              <a:t>1 / 6</a:t>
            </a:r>
          </a:p>
        </p:txBody>
      </p:sp>
    </p:spTree>
    <p:extLst>
      <p:ext uri="{BB962C8B-B14F-4D97-AF65-F5344CB8AC3E}">
        <p14:creationId xmlns:p14="http://schemas.microsoft.com/office/powerpoint/2010/main" val="828996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01E19-8491-44B6-95D3-1B7B9C7E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0902F-A673-4600-AC51-369AFF52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0668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Operar software sin una API disponible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La interfaz puede cambiar entre tareas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El resultado debe comprobarse en la aplicación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9AB47-1997-40B2-B80D-F914C243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245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rPr>
              <a:t>BASE EN DESARROLLO · 40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CE7AD-A6AC-4905-A544-5384F27D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rPr>
              <a:t>2 / 6</a:t>
            </a:r>
          </a:p>
        </p:txBody>
      </p:sp>
    </p:spTree>
    <p:extLst>
      <p:ext uri="{BB962C8B-B14F-4D97-AF65-F5344CB8AC3E}">
        <p14:creationId xmlns:p14="http://schemas.microsoft.com/office/powerpoint/2010/main" val="5353614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B2296-7611-42A5-BE88-256A634E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Cómo funciona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938DA-8376-474C-9964-BA19BE33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0668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El coordinador divide la tarea en hitos</a:t>
            </a:r>
          </a:p>
          <a:p xmlns:a="http://schemas.openxmlformats.org/drawingml/2006/main">
            <a: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El operador propone acciones desde la pantalla</a:t>
            </a:r>
          </a:p>
          <a:p xmlns:a="http://schemas.openxmlformats.org/drawingml/2006/main">
            <a: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El verificador contrasta la evidencia</a:t>
            </a:r>
          </a:p>
          <a:p xmlns:a="http://schemas.openxmlformats.org/drawingml/2006/main">
            <a: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Un único gateway ejecuta y controla el 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F1745-8A61-4366-8BEB-11BC2F10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245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rPr>
              <a:t>BASE EN DESARROLLO · 50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AB046-9D55-4959-91B9-08188081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rPr>
              <a:t>3 / 6</a:t>
            </a:r>
          </a:p>
        </p:txBody>
      </p:sp>
    </p:spTree>
    <p:extLst>
      <p:ext uri="{BB962C8B-B14F-4D97-AF65-F5344CB8AC3E}">
        <p14:creationId xmlns:p14="http://schemas.microsoft.com/office/powerpoint/2010/main" val="970327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939F1-6521-419C-878D-D6F46328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 de una tarea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2F182-421C-497D-8432-F1EA42DD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0668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Instrucción: [elegir tarea validada al cierre]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Mostrar ejecución y estado final en la 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Contrastar el resultado con el chequeo externo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51EF3-00B4-4CA1-BB63-4047121F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245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rPr>
              <a:t>BASE EN DESARROLLO · 100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9918F-8086-4691-AEA8-A927B494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rPr>
              <a:t>4 / 6</a:t>
            </a:r>
          </a:p>
        </p:txBody>
      </p:sp>
    </p:spTree>
    <p:extLst>
      <p:ext uri="{BB962C8B-B14F-4D97-AF65-F5344CB8AC3E}">
        <p14:creationId xmlns:p14="http://schemas.microsoft.com/office/powerpoint/2010/main" val="8198851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365E4-133A-430C-AA3C-DFBB612D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Evidencia y límites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2A67F-E407-4C64-B068-02B9BF06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0668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Al cierre: [PASS / FAIL / ERROR / SKIPPED]</a:t>
            </a:r>
          </a:p>
          <a:p xmlns:a="http://schemas.openxmlformats.org/drawingml/2006/main">
            <a: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Duración: [medición y número de ejecuciones]</a:t>
            </a:r>
          </a:p>
          <a:p xmlns:a="http://schemas.openxmlformats.org/drawingml/2006/main">
            <a: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Fallo: [evidencia y causa por confirmar]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Pendiente: tareas de negocio y app desconocida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DDF4D-9C7B-473F-B544-C83FE2AE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245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rPr>
              <a:t>BASE EN DESARROLLO · 60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B4CDC-91BB-4849-B457-5BDF0D74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rPr>
              <a:t>5 / 6</a:t>
            </a:r>
          </a:p>
        </p:txBody>
      </p:sp>
    </p:spTree>
    <p:extLst>
      <p:ext uri="{BB962C8B-B14F-4D97-AF65-F5344CB8AC3E}">
        <p14:creationId xmlns:p14="http://schemas.microsoft.com/office/powerpoint/2010/main" val="1152414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55296-937F-41CC-8DC0-A24F41D1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Siguiente paso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9CFCE-3B81-43FD-B091-53D775F7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0668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Validar tareas completas y cambios de interfaz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Priorizar mejoras según el fallo observado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6F0"/>
                </a:solidFill>
                <a:latin typeface="Helvetica Neue"/>
                <a:ea typeface="Helvetica Neue"/>
                <a:cs typeface="Helvetica Neue"/>
              </a:rPr>
              <a:t>Conclusión final: pendiente de la evaluación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02F06-F6EB-490F-A1BC-EB4F4A6F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245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rPr>
              <a:t>BASE EN DESARROLLO · 25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4BB6E-66BD-4AB5-BA09-D7D81A91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24575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5BACD"/>
                </a:solidFill>
                <a:latin typeface="Helvetica Neue"/>
                <a:ea typeface="Helvetica Neue"/>
                <a:cs typeface="Helvetica Neue"/>
              </a:rPr>
              <a:t>6 / 6</a:t>
            </a:r>
          </a:p>
        </p:txBody>
      </p:sp>
    </p:spTree>
    <p:extLst>
      <p:ext uri="{BB962C8B-B14F-4D97-AF65-F5344CB8AC3E}">
        <p14:creationId xmlns:p14="http://schemas.microsoft.com/office/powerpoint/2010/main" val="1407124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2026-10-10T20:44:12.6060000Z</dcterms:created>
  <dcterms:modified xsi:type="dcterms:W3CDTF">2026-10-10T20:44:12.6060000Z</dcterms:modified>
</coreProperties>
</file>