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89379a21db48ba" /><Relationship Type="http://schemas.openxmlformats.org/officeDocument/2006/relationships/extended-properties" Target="/docProps/app.xml" Id="R36502d6b6b9c4540" /><Relationship Type="http://schemas.openxmlformats.org/officeDocument/2006/relationships/officeDocument" Target="/ppt/presentation.xml" Id="R15740408dbaf49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c9cd7d1ff644f2"/>
  </p:sldMasterIdLst>
  <p:notesMasterIdLst>
    <p:notesMasterId xmlns:r="http://schemas.openxmlformats.org/officeDocument/2006/relationships" r:id="R100668a4a1964b37"/>
  </p:notesMasterIdLst>
  <p:sldIdLst>
    <p:sldId xmlns:r="http://schemas.openxmlformats.org/officeDocument/2006/relationships" id="256" r:id="Rff47665c84b540a0"/>
    <p:sldId xmlns:r="http://schemas.openxmlformats.org/officeDocument/2006/relationships" id="257" r:id="R95e638714b3d4dab"/>
    <p:sldId xmlns:r="http://schemas.openxmlformats.org/officeDocument/2006/relationships" id="258" r:id="R349e9666e55948b6"/>
    <p:sldId xmlns:r="http://schemas.openxmlformats.org/officeDocument/2006/relationships" id="259" r:id="Rcde2988625394e31"/>
    <p:sldId xmlns:r="http://schemas.openxmlformats.org/officeDocument/2006/relationships" id="260" r:id="R0c7fb957ac3d4105"/>
    <p:sldId xmlns:r="http://schemas.openxmlformats.org/officeDocument/2006/relationships" id="261" r:id="Rfe4548a341b446eb"/>
    <p:sldId xmlns:r="http://schemas.openxmlformats.org/officeDocument/2006/relationships" id="262" r:id="R50393acb763f4a11"/>
    <p:sldId xmlns:r="http://schemas.openxmlformats.org/officeDocument/2006/relationships" id="263" r:id="R5a2a5c9fc56247f2"/>
    <p:sldId xmlns:r="http://schemas.openxmlformats.org/officeDocument/2006/relationships" id="264" r:id="R350eb27c4e4b49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64759ea9e24067" /><Relationship Type="http://schemas.openxmlformats.org/officeDocument/2006/relationships/slideMaster" Target="/ppt/slideMasters/slideMaster1.xml" Id="R11c9cd7d1ff644f2" /><Relationship Type="http://schemas.openxmlformats.org/officeDocument/2006/relationships/notesMaster" Target="/ppt/notesMasters/notesMaster1.xml" Id="R100668a4a1964b37" /><Relationship Type="http://schemas.openxmlformats.org/officeDocument/2006/relationships/presProps" Target="/ppt/presProps.xml" Id="R41a207dc1c224d1b" /><Relationship Type="http://schemas.openxmlformats.org/officeDocument/2006/relationships/tableStyles" Target="/ppt/tableStyles.xml" Id="Rf845eea3f7fa4811" /><Relationship Type="http://schemas.openxmlformats.org/officeDocument/2006/relationships/slide" Target="/ppt/slides/slide1.xml" Id="Rff47665c84b540a0" /><Relationship Type="http://schemas.openxmlformats.org/officeDocument/2006/relationships/slide" Target="/ppt/slides/slide2.xml" Id="R95e638714b3d4dab" /><Relationship Type="http://schemas.openxmlformats.org/officeDocument/2006/relationships/slide" Target="/ppt/slides/slide3.xml" Id="R349e9666e55948b6" /><Relationship Type="http://schemas.openxmlformats.org/officeDocument/2006/relationships/slide" Target="/ppt/slides/slide4.xml" Id="Rcde2988625394e31" /><Relationship Type="http://schemas.openxmlformats.org/officeDocument/2006/relationships/slide" Target="/ppt/slides/slide5.xml" Id="R0c7fb957ac3d4105" /><Relationship Type="http://schemas.openxmlformats.org/officeDocument/2006/relationships/slide" Target="/ppt/slides/slide6.xml" Id="Rfe4548a341b446eb" /><Relationship Type="http://schemas.openxmlformats.org/officeDocument/2006/relationships/slide" Target="/ppt/slides/slide7.xml" Id="R50393acb763f4a11" /><Relationship Type="http://schemas.openxmlformats.org/officeDocument/2006/relationships/slide" Target="/ppt/slides/slide8.xml" Id="R5a2a5c9fc56247f2" /><Relationship Type="http://schemas.openxmlformats.org/officeDocument/2006/relationships/slide" Target="/ppt/slides/slide9.xml" Id="R350eb27c4e4b49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0e295960f241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99dcbdac174b93" /><Relationship Type="http://schemas.openxmlformats.org/officeDocument/2006/relationships/notesMaster" Target="/ppt/notesMasters/notesMaster1.xml" Id="R25355740bcb74f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6c40469c2a4597" /><Relationship Type="http://schemas.openxmlformats.org/officeDocument/2006/relationships/notesMaster" Target="/ppt/notesMasters/notesMaster1.xml" Id="R16d6c0e89a2041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bc23297f9e46ea" /><Relationship Type="http://schemas.openxmlformats.org/officeDocument/2006/relationships/notesMaster" Target="/ppt/notesMasters/notesMaster1.xml" Id="R909c818b584444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5d1d453d154bb9" /><Relationship Type="http://schemas.openxmlformats.org/officeDocument/2006/relationships/notesMaster" Target="/ppt/notesMasters/notesMaster1.xml" Id="R4d62341f629b4d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67f61b6f42401a" /><Relationship Type="http://schemas.openxmlformats.org/officeDocument/2006/relationships/notesMaster" Target="/ppt/notesMasters/notesMaster1.xml" Id="Rafbb245d48ab44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ea05e8dc2a41ef" /><Relationship Type="http://schemas.openxmlformats.org/officeDocument/2006/relationships/notesMaster" Target="/ppt/notesMasters/notesMaster1.xml" Id="R6719140fd9324d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5df5b5799847a5" /><Relationship Type="http://schemas.openxmlformats.org/officeDocument/2006/relationships/notesMaster" Target="/ppt/notesMasters/notesMaster1.xml" Id="R18e3bc7568ca42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d64874e3d3475a" /><Relationship Type="http://schemas.openxmlformats.org/officeDocument/2006/relationships/notesMaster" Target="/ppt/notesMasters/notesMaster1.xml" Id="R59fcc0431cc94c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6bc357a42f4afa" /><Relationship Type="http://schemas.openxmlformats.org/officeDocument/2006/relationships/notesMaster" Target="/ppt/notesMasters/notesMaster1.xml" Id="R46c2b9d500a54d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0:00–0:20. Somos Frontier Agent. Abordamos la operación manual de apps sin API: consultar, editar o exportar exige recorrer pantallas y verificar el resultado. Usuario inicial propuesto: operación comercial. Fuente: docs/requisitos-reto-1.md.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0:20–0:35. Salesforce reporta que los representantes de ventas dedican el 60% del tiempo a actividades distintas de vender, y el 42% se siente abrumado por la cantidad de herramientas. Estos datos muestran una fricción real en ese segmento. No todo ese tiempo es automatizable ni hemos medido cuánto ahorra nuestro agente. Fuente: Salesforce, State of Sales 7.ª edición, 2026, páginas 8 y 16; metodología página 3. Encuesta anónima a 4.050 profesionales de ventas en 22 países, agosto–septiembre de 2025; las cifras se refieren a representantes de ventas y el total es la muestra del informe, no el N exacto de cada pregunta. https://www.salesforce.com/en/wp-content/uploads/sites/4/documents/reports/sales/salesforce-state-of-sales-report-2026.pdf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0:35–0:55. Frontier Agent recibe una instrucción, observa la app, decide cómo avanzar y verifica. Reobserva ante bloqueos y no amplía el alcance. Adaptación universal aún no demostrada. Fuentes: app/agents/graph_v2.py y docs/02-ejecucion/mejora-navegacion-visual.md.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0:55–1:20. Coordinator planifica; Operator propone; Verifier verifica efecto y completitud; Recovery trata bloqueos. Son roles dentro de un StateGraph y runtime, no cuatro procesos autónomos. Sólo un gateway VNC emite acciones; el runner confirma cierre. Jev es consejo opcional y está apagado. Vista resumida fiel a la implementación; original completo en respaldo. Fuentes: docs/02-ejecucion/auditoria-arquitectura-e3.md, mejora-navegacion-visual.md y docs/01-systems-design/arquitectura-multiagente.mmd.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1:20–1:45. Diseño objetivo: API admite tareas, PostgreSQL conserva autoridad y outbox, Redis transporta referencias, worker corre el grafo y gateway opera VNC. Supervisor controla plazo/cierre. Langfuse exporta metadatos seguros y capturas quedan privadas. Réplicas por escritorios independientes; workers múltiples, recuperación tras crash y despliegue público siguen sin aceptación final. El diseño aprobado original menciona LangSmith: implementación vigente usa Langfuse y LangSmith apagado. Fuentes: docs/01-systems-design/arquitectura-produccion.mmd, AGENTS.md y docs/02-ejecucion/mejora-navegacion-visual.md.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1:45–2:25. La ejecución posterior E3 pasó 1/1 con prompts v2.7. Admisión 0,03 s; terminal detectado por polling a 196,3 s, no instante exacto de cierre. Diez acciones verificadas y cierre de transporte/dueño confirmados en PostgreSQL. Suite completa documentada: 340 pruebas con DB/Redis desechables; no 340 tareas reales. Hubo E3 fallidos previos, luego correcciones y un PASS; no tasa histórica 100%. Sin nuevas pruebas al preparar esta presentación. E1–E5 completos, estabilidad y app desconocida pendientes. Fuente: docs/02-ejecucion/mejora-navegacion-visual.md y specs/planning.md.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2:25–3:00. Aprendimos que confirmar un efecto y completar la tarea son evaluaciones distintas: invalid_reconciliation ocurría con efecto aplicado pero reporte global incompleto. Se separó effect_status/effect_facts, se registran criterios parciales y se pide verificación final. Mejoramos navegación con rutas confirmadas por run, evidencia posterior ligada a la acción y captura fresca tras planificación lenta. Recuperación no repite a ciegas. El siguiente gate es completar E1–E5 con repeticiones y probar variaciones reales. Fuente: docs/02-ejecucion/auditoria-arquitectura-e3.md y mejora-navegacion-visual.md.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original aprobado, diseño propuesto v0.3. Respaldo para preguntas; no recorrer durante los tres minutos. Fuente: docs/01-systems-design/arquitectura/arquitectura-multiagente.png. No es traza de ejecución.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original aprobado, diseño objetivo v0.3. Respaldo para preguntas. LangSmith en el original; implementación actual usa Langfuse, LangSmith deshabilitado. Infraestructura objetivo no es despliegue confirmado. Fuente: docs/01-systems-design/arquitectura/arquitectura-produccion.png.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39f5b1f1a42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b23dcbd444b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449cd875042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a660c7b0643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d49afcc804b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c9f9d92e04b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0A555F-D676-4E30-AA5A-77A4F174E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783AEB-EB8A-44D0-8212-8140BE37D1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59043B-7139-4A2C-93D9-219CEF727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08E090-6017-460F-B59A-81D4B42E23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6271EC-4A24-409D-8615-C5EB64C099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809584-C2C2-475F-A6CB-66EC38FC5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4A1C4B-ADF7-462E-9FAC-9B9C712FED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B5D380-9AD1-4594-BF29-548D97F935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AFAAD8-B4B5-4478-81F1-272D05CD4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D362D6-24F9-4D6F-A821-F0498B3345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e36ae3a8da4b80" /><Relationship Type="http://schemas.openxmlformats.org/officeDocument/2006/relationships/slideLayout" Target="/ppt/slideLayouts/slideLayout1.xml" Id="Rdc7e9b82a0a24096" /><Relationship Type="http://schemas.openxmlformats.org/officeDocument/2006/relationships/slideLayout" Target="/ppt/slideLayouts/slideLayout2.xml" Id="Rf72f1054d2dc4e0b" /><Relationship Type="http://schemas.openxmlformats.org/officeDocument/2006/relationships/slideLayout" Target="/ppt/slideLayouts/slideLayout3.xml" Id="R2079212d04ab4364" /><Relationship Type="http://schemas.openxmlformats.org/officeDocument/2006/relationships/slideLayout" Target="/ppt/slideLayouts/slideLayout4.xml" Id="Rd362ad9536f74727" /><Relationship Type="http://schemas.openxmlformats.org/officeDocument/2006/relationships/slideLayout" Target="/ppt/slideLayouts/slideLayout5.xml" Id="R7a3719b0260342fc" /><Relationship Type="http://schemas.openxmlformats.org/officeDocument/2006/relationships/slideLayout" Target="/ppt/slideLayouts/slideLayout6.xml" Id="R69dc36e6a46741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7e9b82a0a24096"/>
    <p:sldLayoutId xmlns:r="http://schemas.openxmlformats.org/officeDocument/2006/relationships" id="2147483650" r:id="Rf72f1054d2dc4e0b"/>
    <p:sldLayoutId xmlns:r="http://schemas.openxmlformats.org/officeDocument/2006/relationships" id="2147483651" r:id="R2079212d04ab4364"/>
    <p:sldLayoutId xmlns:r="http://schemas.openxmlformats.org/officeDocument/2006/relationships" id="2147483652" r:id="Rd362ad9536f74727"/>
    <p:sldLayoutId xmlns:r="http://schemas.openxmlformats.org/officeDocument/2006/relationships" id="2147483653" r:id="R7a3719b0260342fc"/>
    <p:sldLayoutId xmlns:r="http://schemas.openxmlformats.org/officeDocument/2006/relationships" id="2147483654" r:id="R69dc36e6a46741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52358df1a4be6" /><Relationship Type="http://schemas.openxmlformats.org/officeDocument/2006/relationships/notesSlide" Target="/ppt/notesSlides/notesSlide1.xml" Id="Rb73d56284c2a4d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eab4ae1294319" /><Relationship Type="http://schemas.openxmlformats.org/officeDocument/2006/relationships/notesSlide" Target="/ppt/notesSlides/notesSlide2.xml" Id="R1f7b4004bf0e42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b94becc162453e" /><Relationship Type="http://schemas.openxmlformats.org/officeDocument/2006/relationships/notesSlide" Target="/ppt/notesSlides/notesSlide3.xml" Id="R5bbb5c1b3dd645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eba5eb5524bf8" /><Relationship Type="http://schemas.openxmlformats.org/officeDocument/2006/relationships/notesSlide" Target="/ppt/notesSlides/notesSlide4.xml" Id="Ra7bdcf22bc0a46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1177b393a4957" /><Relationship Type="http://schemas.openxmlformats.org/officeDocument/2006/relationships/notesSlide" Target="/ppt/notesSlides/notesSlide5.xml" Id="R759cdf10f3eb49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ac5a74ed2456e" /><Relationship Type="http://schemas.openxmlformats.org/officeDocument/2006/relationships/notesSlide" Target="/ppt/notesSlides/notesSlide6.xml" Id="Ra2a428e09f3243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fb37c59721475d" /><Relationship Type="http://schemas.openxmlformats.org/officeDocument/2006/relationships/notesSlide" Target="/ppt/notesSlides/notesSlide7.xml" Id="Ra60bc8318d3945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1df187568d48b7" /><Relationship Type="http://schemas.openxmlformats.org/officeDocument/2006/relationships/image" Target="/ppt/media/image.png" Id="R2c868efb52f04a89" /><Relationship Type="http://schemas.openxmlformats.org/officeDocument/2006/relationships/notesSlide" Target="/ppt/notesSlides/notesSlide8.xml" Id="Re636ea80e9bb4c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435d369d04528" /><Relationship Type="http://schemas.openxmlformats.org/officeDocument/2006/relationships/image" Target="/ppt/media/image2.png" Id="Rf8ed26bd2d874a3b" /><Relationship Type="http://schemas.openxmlformats.org/officeDocument/2006/relationships/notesSlide" Target="/ppt/notesSlides/notesSlide9.xml" Id="Ra416e1582fbc43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B9BAC-2FD2-41B6-A99F-992FBE7A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El problema · Frontier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899FF-C14A-4B2F-8184-CF6F66A8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63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Una tarea simple puede exigir</a:t>
            </a:r>
          </a:p>
          <a:p xmlns:a="http://schemas.openxmlformats.org/drawingml/2006/main">
            <a: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muchas pantallas.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92EA6-EC3A-4B94-8671-2D0A61C1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Consultar, editar o exportar sin una API.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La persona debe encontrar y comprobar el recorrido.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14373-169A-4B0E-A817-5B29F108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20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50FA1-484A-4908-B878-43D8FBB6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1 / 9</a:t>
            </a:r>
          </a:p>
        </p:txBody>
      </p:sp>
    </p:spTree>
    <p:extLst>
      <p:ext uri="{BB962C8B-B14F-4D97-AF65-F5344CB8AC3E}">
        <p14:creationId xmlns:p14="http://schemas.microsoft.com/office/powerpoint/2010/main" val="2062697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F7E9F-A356-4D75-BE91-1C54B24C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El impacto · tiempo y herramientas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40810-A894-4DE0-9295-F4896F8E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60%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59524-38FE-4E3E-A6E8-E3B93675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49053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del tiempo de los representantes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de ventas se dedica a actividades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distintas de vender.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50CE9-D3D8-43B2-BF3D-CCA93997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00200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42%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EB1A6-2638-4BA4-B85A-5601897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67050"/>
            <a:ext cx="49053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de los representantes de ventas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se siente abrumado por la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cantidad de herramientas.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A5732-09DA-472F-A376-6D652960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Contexte de ventas; no mide ahorro de Frontier Agent.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5A41B-F0C1-4276-A097-B55DC674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Salesforce · State of Sales, 7.ª ed. (2026), pp. 8 y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02F4C-D36C-4E27-A9B9-126B6349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15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6BE7B-DB6B-483B-9EDE-0F6B87A5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2 / 9</a:t>
            </a:r>
          </a:p>
        </p:txBody>
      </p:sp>
    </p:spTree>
    <p:extLst>
      <p:ext uri="{BB962C8B-B14F-4D97-AF65-F5344CB8AC3E}">
        <p14:creationId xmlns:p14="http://schemas.microsoft.com/office/powerpoint/2010/main" val="1519379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815C3-8151-482F-AB41-89D92FBF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La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EF01C-709B-4E46-BCF4-F22B375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63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Tú defines la tarea.</a:t>
            </a:r>
          </a:p>
          <a:p xmlns:a="http://schemas.openxmlformats.org/drawingml/2006/main">
            <a: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El agente decide el recorrido.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2DD29-F1AA-46A9-BB0F-992F1029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Observa → Decide → Actúa → Verifica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C197A-7D6C-41AB-AE13-C05E8619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El plan se ajusta a la pantalla; las acciones tienen límites.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D228E-2A64-4672-820C-867EB56F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20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1992C-4904-44A7-9DF4-57599B93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3 / 9</a:t>
            </a:r>
          </a:p>
        </p:txBody>
      </p:sp>
    </p:spTree>
    <p:extLst>
      <p:ext uri="{BB962C8B-B14F-4D97-AF65-F5344CB8AC3E}">
        <p14:creationId xmlns:p14="http://schemas.microsoft.com/office/powerpoint/2010/main" val="64262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8936E-9C64-4F50-863A-10E1A74E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Arquitectura multiagente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F3A03-F1B3-4067-B469-F564E8B8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3286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Coordinator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Plan e hitos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E5276-2DA8-4070-AC96-F118ED72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E61C3-568A-4305-932B-959286CC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Operator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Propone acciones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8549E-A649-4E27-8B2D-B82F0BE5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Verifier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Comprueba evidencia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9CCEC-C32F-4EB4-8FCB-A41A4231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Diagnostica bloqueos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1828F-96D6-4D6C-92AB-4FCA44C7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4812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Propuestas y verificación → validación determinista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08C14-E48C-4EF0-9D3C-9F2DDFF9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76775"/>
            <a:ext cx="666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Gateway VNC único · ejecuta y observa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38B0E-BFA4-45D6-A379-24D3F35E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Roles dentro del grafo · runner y watchdog controlan plazo/cierre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7C9AD-1A8E-4DA7-BE7B-CC731148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25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95953-16AD-40ED-B08C-DCECE015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4 / 9</a:t>
            </a:r>
          </a:p>
        </p:txBody>
      </p:sp>
    </p:spTree>
    <p:extLst>
      <p:ext uri="{BB962C8B-B14F-4D97-AF65-F5344CB8AC3E}">
        <p14:creationId xmlns:p14="http://schemas.microsoft.com/office/powerpoint/2010/main" val="1541112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56DBF-B22E-42C3-82D2-FCAD5434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Arquitectura de producción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1F0F9-1FFA-4E17-8686-AFAA057F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477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DISEÑO OBJETIVO · despliegue público sin confirmación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209A4-FB7C-4B6A-946F-BCC641BC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Admisión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F8727-FA0C-4BD8-8ADE-F1653242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33625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3C4B8-2438-4B89-B50C-40CC612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Outbox + estado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933BA-A4FB-4863-9419-CEA14AAC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B2761-BF4C-4F2B-AF6A-0F6BC06F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Redis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Referencias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85BDF-CD37-4D33-A1F6-AFCB5733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33625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545F6-D4A7-412B-A378-9DD586F7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2428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Worker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LangGraph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3E3FF-B048-45BD-BA1E-DFDBFBE1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571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687C3-8892-4D57-9F67-757CC5E5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304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Supervisor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Plazo y cierre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62762-AFE5-4B15-B15E-E8B7CEA4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957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App externa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Pantalla y controles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CC332-0B5F-49F4-AA10-F558910B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328B7-3954-4F98-9A4E-EA638EEF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3000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Gateway VNC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Único emisor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11F1C-FC4A-4614-B2A7-CA4D5DD8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Langfuse: metadatos seguros · Capturas privadas · Escala por escritorios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CF3C0-9B94-4C7F-A4BB-98691DEF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25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EB98D-D2B2-444B-BAA0-2796C130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5 / 9</a:t>
            </a:r>
          </a:p>
        </p:txBody>
      </p:sp>
    </p:spTree>
    <p:extLst>
      <p:ext uri="{BB962C8B-B14F-4D97-AF65-F5344CB8AC3E}">
        <p14:creationId xmlns:p14="http://schemas.microsoft.com/office/powerpoint/2010/main" val="1575855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2FA5F-0597-4E70-A1AD-04E2D35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Resultados reales · corte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F3146-9B6D-40EC-A705-835AC9A3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E3: 1/1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14229-044C-48A1-ACD1-9781E690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Una consulta real local, después de intentos fallidos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39546-06CA-4513-B5E3-38C2B2A8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0,03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22BC3-7EC0-45B9-8826-F94C4135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Admisión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EA2AE-113B-454C-AC61-0BB1D01E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432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196,3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56B20-DAF6-4B43-AA91-E36E79A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433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Terminal detectado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A10BE-1028-4927-9DC8-73A72EB8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432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0DA91-268B-4F80-B5C6-1C551747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43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Acciones verificadas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E03FE-754D-4026-A5C4-32336DF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340 pruebas aprobadas · transporte y dueño cerrados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68659-4C56-461B-9C7A-6350CCAB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Corte documentado; no prueba E1–E5 completos ni estabilidad.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0F200-0A4C-4B9E-B339-5130A50F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40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D12E0-76E2-40DB-A0AC-8EB983D1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6 / 9</a:t>
            </a:r>
          </a:p>
        </p:txBody>
      </p:sp>
    </p:spTree>
    <p:extLst>
      <p:ext uri="{BB962C8B-B14F-4D97-AF65-F5344CB8AC3E}">
        <p14:creationId xmlns:p14="http://schemas.microsoft.com/office/powerpoint/2010/main" val="1853927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C9163-A48E-4AAE-839F-385224B6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Lo aprendido y lo mejorado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B3C73-1753-4340-BEA7-DAAC051D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076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Verificar una acción no equivale</a:t>
            </a:r>
          </a:p>
          <a:p xmlns:a="http://schemas.openxmlformats.org/drawingml/2006/main">
            <a: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 completar la tarea.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E17D0-1F32-47BC-834C-71931F25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6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Separamos efecto verificado y criterios de completitud.</a:t>
            </a:r>
          </a:p>
          <a:p xmlns:a="http://schemas.openxmlformats.org/drawingml/2006/main">
            <a: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Conservamos rutas confirmadas y reobservamos tras demoras.</a:t>
            </a:r>
          </a:p>
          <a:p xmlns:a="http://schemas.openxmlformats.org/drawingml/2006/main">
            <a: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Ligamos cada efecto a evidencia posterior de la misma sesión.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EF3FB-3C64-4F34-A025-FB6E3348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Siguiente gate: E1–E5 repetidos y variaciones de interfaz.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0864D-843A-443C-93A1-719CB33E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35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E84FA-C093-4FC7-A12A-6E551D23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7 / 9</a:t>
            </a:r>
          </a:p>
        </p:txBody>
      </p:sp>
    </p:spTree>
    <p:extLst>
      <p:ext uri="{BB962C8B-B14F-4D97-AF65-F5344CB8AC3E}">
        <p14:creationId xmlns:p14="http://schemas.microsoft.com/office/powerpoint/2010/main" val="834808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3AA2F-7D27-4449-81CA-2D1D1E5E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Respaldo · grafo completo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CF07B-844E-44DD-9E07-EE31C06403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68efb52f04a89"/>
          <a:stretch xmlns:a="http://schemas.openxmlformats.org/drawingml/2006/main"/>
        </p:blipFill>
        <p:spPr>
          <a:xfrm xmlns:a="http://schemas.openxmlformats.org/drawingml/2006/main">
            <a:off x="4845606" y="1333500"/>
            <a:ext cx="2500789" cy="4238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D2128-6048-49B1-B845-964C9B45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Original v0.3 · diseño lógico, no traza de ejecución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549B9-5C80-4816-A6D9-5CF62063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Respaldo · fuera del guion de tres minutos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A3149-BA7E-45B2-8081-52A490F3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8 / 9</a:t>
            </a:r>
          </a:p>
        </p:txBody>
      </p:sp>
    </p:spTree>
    <p:extLst>
      <p:ext uri="{BB962C8B-B14F-4D97-AF65-F5344CB8AC3E}">
        <p14:creationId xmlns:p14="http://schemas.microsoft.com/office/powerpoint/2010/main" val="5396147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69E7C-BBBA-406D-BD27-574AEE74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Respaldo · producción completa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CB664-B9E2-4566-A0F8-296362433C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d26bd2d874a3b"/>
          <a:stretch xmlns:a="http://schemas.openxmlformats.org/drawingml/2006/main"/>
        </p:blipFill>
        <p:spPr>
          <a:xfrm xmlns:a="http://schemas.openxmlformats.org/drawingml/2006/main">
            <a:off x="666750" y="2607885"/>
            <a:ext cx="10858500" cy="168985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071CF-81AF-483F-8334-EC9CA48F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Original v0.3: LangSmith · implementación actual: Langfuse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0A6D2-F65C-47C9-A1AC-5E306F55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Respaldo · fuera del guion de tres minutos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3706A-7811-4208-9449-5DE8A0C6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9 / 9</a:t>
            </a:r>
          </a:p>
        </p:txBody>
      </p:sp>
    </p:spTree>
    <p:extLst>
      <p:ext uri="{BB962C8B-B14F-4D97-AF65-F5344CB8AC3E}">
        <p14:creationId xmlns:p14="http://schemas.microsoft.com/office/powerpoint/2010/main" val="2013980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2026-10-10T23:56:50.9640000Z</dcterms:created>
  <dcterms:modified xsi:type="dcterms:W3CDTF">2026-10-10T23:56:50.9640000Z</dcterms:modified>
</coreProperties>
</file>