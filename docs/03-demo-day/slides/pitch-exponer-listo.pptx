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7ef1b493064739" /><Relationship Type="http://schemas.openxmlformats.org/officeDocument/2006/relationships/extended-properties" Target="/docProps/app.xml" Id="R250a853866da474d" /><Relationship Type="http://schemas.openxmlformats.org/officeDocument/2006/relationships/officeDocument" Target="/ppt/presentation.xml" Id="Rbdd65fae6a6d4f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a48dbd62bc40b9"/>
  </p:sldMasterIdLst>
  <p:notesMasterIdLst>
    <p:notesMasterId xmlns:r="http://schemas.openxmlformats.org/officeDocument/2006/relationships" r:id="Rcbd0bbd4749247c4"/>
  </p:notesMasterIdLst>
  <p:sldIdLst>
    <p:sldId xmlns:r="http://schemas.openxmlformats.org/officeDocument/2006/relationships" id="256" r:id="R8b8676a8edbf4107"/>
    <p:sldId xmlns:r="http://schemas.openxmlformats.org/officeDocument/2006/relationships" id="257" r:id="R7850006dc58749aa"/>
    <p:sldId xmlns:r="http://schemas.openxmlformats.org/officeDocument/2006/relationships" id="258" r:id="R0216cdc9bf634f66"/>
    <p:sldId xmlns:r="http://schemas.openxmlformats.org/officeDocument/2006/relationships" id="259" r:id="Rba4aa28967fc412a"/>
    <p:sldId xmlns:r="http://schemas.openxmlformats.org/officeDocument/2006/relationships" id="260" r:id="R7b790490fb874101"/>
    <p:sldId xmlns:r="http://schemas.openxmlformats.org/officeDocument/2006/relationships" id="261" r:id="Rd2adfd42b5c94409"/>
    <p:sldId xmlns:r="http://schemas.openxmlformats.org/officeDocument/2006/relationships" id="262" r:id="Rc60994527e924cff"/>
    <p:sldId xmlns:r="http://schemas.openxmlformats.org/officeDocument/2006/relationships" id="263" r:id="R5c27e6aec76d44ba"/>
    <p:sldId xmlns:r="http://schemas.openxmlformats.org/officeDocument/2006/relationships" id="264" r:id="R60774d92357049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8c6abb1d0347b2" /><Relationship Type="http://schemas.openxmlformats.org/officeDocument/2006/relationships/slideMaster" Target="/ppt/slideMasters/slideMaster1.xml" Id="R17a48dbd62bc40b9" /><Relationship Type="http://schemas.openxmlformats.org/officeDocument/2006/relationships/notesMaster" Target="/ppt/notesMasters/notesMaster1.xml" Id="Rcbd0bbd4749247c4" /><Relationship Type="http://schemas.openxmlformats.org/officeDocument/2006/relationships/presProps" Target="/ppt/presProps.xml" Id="R5f56c9d9157444e0" /><Relationship Type="http://schemas.openxmlformats.org/officeDocument/2006/relationships/tableStyles" Target="/ppt/tableStyles.xml" Id="Rc62994e725bf4528" /><Relationship Type="http://schemas.openxmlformats.org/officeDocument/2006/relationships/slide" Target="/ppt/slides/slide1.xml" Id="R8b8676a8edbf4107" /><Relationship Type="http://schemas.openxmlformats.org/officeDocument/2006/relationships/slide" Target="/ppt/slides/slide2.xml" Id="R7850006dc58749aa" /><Relationship Type="http://schemas.openxmlformats.org/officeDocument/2006/relationships/slide" Target="/ppt/slides/slide3.xml" Id="R0216cdc9bf634f66" /><Relationship Type="http://schemas.openxmlformats.org/officeDocument/2006/relationships/slide" Target="/ppt/slides/slide4.xml" Id="Rba4aa28967fc412a" /><Relationship Type="http://schemas.openxmlformats.org/officeDocument/2006/relationships/slide" Target="/ppt/slides/slide5.xml" Id="R7b790490fb874101" /><Relationship Type="http://schemas.openxmlformats.org/officeDocument/2006/relationships/slide" Target="/ppt/slides/slide6.xml" Id="Rd2adfd42b5c94409" /><Relationship Type="http://schemas.openxmlformats.org/officeDocument/2006/relationships/slide" Target="/ppt/slides/slide7.xml" Id="Rc60994527e924cff" /><Relationship Type="http://schemas.openxmlformats.org/officeDocument/2006/relationships/slide" Target="/ppt/slides/slide8.xml" Id="R5c27e6aec76d44ba" /><Relationship Type="http://schemas.openxmlformats.org/officeDocument/2006/relationships/slide" Target="/ppt/slides/slide9.xml" Id="R60774d92357049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0ca677c3a848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1994ae7f1b4fe8" /><Relationship Type="http://schemas.openxmlformats.org/officeDocument/2006/relationships/notesMaster" Target="/ppt/notesMasters/notesMaster1.xml" Id="R35ab74e1d0a74e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9099a46f1846e7" /><Relationship Type="http://schemas.openxmlformats.org/officeDocument/2006/relationships/notesMaster" Target="/ppt/notesMasters/notesMaster1.xml" Id="R9b0a6bd8e3a34d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ad8ad26c644b33" /><Relationship Type="http://schemas.openxmlformats.org/officeDocument/2006/relationships/notesMaster" Target="/ppt/notesMasters/notesMaster1.xml" Id="Ra1f75b0c99a247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8dc8d643a24811" /><Relationship Type="http://schemas.openxmlformats.org/officeDocument/2006/relationships/notesMaster" Target="/ppt/notesMasters/notesMaster1.xml" Id="Ra60074497cfc49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3ceaf68a3e48b0" /><Relationship Type="http://schemas.openxmlformats.org/officeDocument/2006/relationships/notesMaster" Target="/ppt/notesMasters/notesMaster1.xml" Id="R17bb55b56c6c4c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812f5d0cda4b4d" /><Relationship Type="http://schemas.openxmlformats.org/officeDocument/2006/relationships/notesMaster" Target="/ppt/notesMasters/notesMaster1.xml" Id="Rbf2e711460a047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bc8545946a4f8f" /><Relationship Type="http://schemas.openxmlformats.org/officeDocument/2006/relationships/notesMaster" Target="/ppt/notesMasters/notesMaster1.xml" Id="R88cb24c3bf6e47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b8253c7ece42a0" /><Relationship Type="http://schemas.openxmlformats.org/officeDocument/2006/relationships/notesMaster" Target="/ppt/notesMasters/notesMaster1.xml" Id="R2b151d955c0e45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d081473d424aa9" /><Relationship Type="http://schemas.openxmlformats.org/officeDocument/2006/relationships/notesMaster" Target="/ppt/notesMasters/notesMaster1.xml" Id="Raf6d1f9e877a4e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0:00–0:20. Somos Frontier Agent. Abordamos la operación manual de apps sin API: consultar, editar o exportar exige recorrer pantallas y verificar el resultado. Usuario inicial propuesto: operación comercial. Fuente: docs/requisitos-reto-1.md.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0:20–0:35. Salesforce reporta que los representantes de ventas dedican el 60% del tiempo a actividades distintas de vender, y el 42% se siente abrumado por la cantidad de herramientas. Estos datos muestran una fricción real en ese segmento. No todo ese tiempo es automatizable ni hemos medido cuánto ahorra nuestro agente. Fuente: Salesforce, State of Sales 7.ª edición, 2026, páginas 8 y 16; metodología página 3. Encuesta anónima a 4.050 profesionales de ventas en 22 países, agosto–septiembre de 2025; las cifras se refieren a representantes de ventas y el total es la muestra del informe, no el N exacto de cada pregunta. https://www.salesforce.com/en/wp-content/uploads/sites/4/documents/reports/sales/salesforce-state-of-sales-report-2026.pdf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0:35–0:55. Frontier Agent recibe una instrucción, observa la app, decide cómo avanzar y verifica. Reobserva ante bloqueos y no amplía el alcance. Adaptación universal aún no demostrada. Fuentes: app/agents/graph_v2.py y docs/02-ejecucion/mejora-navegacion-visual.md.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0:55–1:20. Coordinator planifica; Operator propone; Verifier verifica efecto y completitud; Recovery trata bloqueos. Son roles dentro de un StateGraph y runtime, no cuatro procesos autónomos. Sólo un gateway VNC emite acciones; el runner confirma cierre. Jev es consejo opcional y está apagado. Vista resumida fiel a la implementación; original completo en respaldo. Fuentes: docs/02-ejecucion/auditoria-arquitectura-e3.md, mejora-navegacion-visual.md y docs/01-systems-design/arquitectura-multiagente.mmd.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1:20–1:45. Diseño objetivo: API admite tareas, PostgreSQL conserva autoridad y outbox, Redis transporta referencias, worker corre el grafo y gateway opera VNC. Supervisor controla plazo/cierre. Langfuse exporta metadatos seguros y capturas quedan privadas. Réplicas por escritorios independientes; workers múltiples, recuperación tras crash y despliegue público siguen sin aceptación final. El diseño aprobado original menciona LangSmith: implementación vigente usa Langfuse y LangSmith apagado. Fuentes: docs/01-systems-design/arquitectura-produccion.mmd, AGENTS.md y docs/02-ejecucion/mejora-navegacion-visual.md.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1:45–2:25. La ejecución posterior E3 pasó 1/1 con prompts v2.7. Admisión 0,03 s; terminal detectado por polling a 196,3 s, no instante exacto de cierre. Diez acciones verificadas y cierre de transporte/dueño confirmados en PostgreSQL. Suite completa documentada: 340 pruebas con DB/Redis desechables; no 340 tareas reales. Hubo E3 fallidos previos, luego correcciones y un PASS; no tasa histórica 100%. Sin nuevas pruebas al preparar esta presentación. E1–E5 completos, estabilidad y app desconocida pendientes. Fuente: docs/02-ejecucion/mejora-navegacion-visual.md y specs/planning.md.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2:25–3:00. Aprendimos que confirmar un efecto y completar la tarea son evaluaciones distintas: invalid_reconciliation ocurría con efecto aplicado pero reporte global incompleto. Se separó effect_status/effect_facts, se registran criterios parciales y se pide verificación final. Mejoramos navegación con rutas confirmadas por run, evidencia posterior ligada a la acción y captura fresca tras planificación lenta. Recuperación no repite a ciegas. El siguiente gate es completar E1–E5 con repeticiones y probar variaciones reales. Fuente: docs/02-ejecucion/auditoria-arquitectura-e3.md y mejora-navegacion-visual.md.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original aprobado, diseño propuesto v0.3. Respaldo para preguntas; no recorrer durante los tres minutos. Fuente: docs/01-systems-design/arquitectura/arquitectura-multiagente.png. No es traza de ejecución.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original aprobado, diseño objetivo v0.3. Respaldo para preguntas. LangSmith en el original; implementación actual usa Langfuse, LangSmith deshabilitado. Infraestructura objetivo no es despliegue confirmado. Fuente: docs/01-systems-design/arquitectura/arquitectura-produccion.png.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63c7c0d194a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e12c00f204a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685ca1a964b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68bde83c847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42493c73e46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7f61632b54a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0A555F-D676-4E30-AA5A-77A4F174E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783AEB-EB8A-44D0-8212-8140BE37D1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59043B-7139-4A2C-93D9-219CEF727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08E090-6017-460F-B59A-81D4B42E23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6271EC-4A24-409D-8615-C5EB64C099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809584-C2C2-475F-A6CB-66EC38FC5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4A1C4B-ADF7-462E-9FAC-9B9C712FED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B5D380-9AD1-4594-BF29-548D97F935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AFAAD8-B4B5-4478-81F1-272D05CD4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D362D6-24F9-4D6F-A821-F0498B3345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9c2f3c6eea4051" /><Relationship Type="http://schemas.openxmlformats.org/officeDocument/2006/relationships/slideLayout" Target="/ppt/slideLayouts/slideLayout1.xml" Id="R6f4beebe1c0c4495" /><Relationship Type="http://schemas.openxmlformats.org/officeDocument/2006/relationships/slideLayout" Target="/ppt/slideLayouts/slideLayout2.xml" Id="R82658b3f94a84c76" /><Relationship Type="http://schemas.openxmlformats.org/officeDocument/2006/relationships/slideLayout" Target="/ppt/slideLayouts/slideLayout3.xml" Id="Rc0126f91b21847bb" /><Relationship Type="http://schemas.openxmlformats.org/officeDocument/2006/relationships/slideLayout" Target="/ppt/slideLayouts/slideLayout4.xml" Id="Rb832b7718be14d71" /><Relationship Type="http://schemas.openxmlformats.org/officeDocument/2006/relationships/slideLayout" Target="/ppt/slideLayouts/slideLayout5.xml" Id="R7a380de2f0954435" /><Relationship Type="http://schemas.openxmlformats.org/officeDocument/2006/relationships/slideLayout" Target="/ppt/slideLayouts/slideLayout6.xml" Id="Rca5b74e78a244d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beebe1c0c4495"/>
    <p:sldLayoutId xmlns:r="http://schemas.openxmlformats.org/officeDocument/2006/relationships" id="2147483650" r:id="R82658b3f94a84c76"/>
    <p:sldLayoutId xmlns:r="http://schemas.openxmlformats.org/officeDocument/2006/relationships" id="2147483651" r:id="Rc0126f91b21847bb"/>
    <p:sldLayoutId xmlns:r="http://schemas.openxmlformats.org/officeDocument/2006/relationships" id="2147483652" r:id="Rb832b7718be14d71"/>
    <p:sldLayoutId xmlns:r="http://schemas.openxmlformats.org/officeDocument/2006/relationships" id="2147483653" r:id="R7a380de2f0954435"/>
    <p:sldLayoutId xmlns:r="http://schemas.openxmlformats.org/officeDocument/2006/relationships" id="2147483654" r:id="Rca5b74e78a244d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a63eabf5774b94" /><Relationship Type="http://schemas.openxmlformats.org/officeDocument/2006/relationships/notesSlide" Target="/ppt/notesSlides/notesSlide1.xml" Id="R315b7f5b4cb140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b2918c80b4a77" /><Relationship Type="http://schemas.openxmlformats.org/officeDocument/2006/relationships/notesSlide" Target="/ppt/notesSlides/notesSlide2.xml" Id="R8915b09a67ac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bb774143e4917" /><Relationship Type="http://schemas.openxmlformats.org/officeDocument/2006/relationships/notesSlide" Target="/ppt/notesSlides/notesSlide3.xml" Id="R87436ea4035546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b7180b9274dc0" /><Relationship Type="http://schemas.openxmlformats.org/officeDocument/2006/relationships/notesSlide" Target="/ppt/notesSlides/notesSlide4.xml" Id="R6166c6c8805b42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d0adfa14443f2" /><Relationship Type="http://schemas.openxmlformats.org/officeDocument/2006/relationships/notesSlide" Target="/ppt/notesSlides/notesSlide5.xml" Id="R24b0ec0aa35541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377cf3bc947e0" /><Relationship Type="http://schemas.openxmlformats.org/officeDocument/2006/relationships/notesSlide" Target="/ppt/notesSlides/notesSlide6.xml" Id="R8d19ec905343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852f305cf4056" /><Relationship Type="http://schemas.openxmlformats.org/officeDocument/2006/relationships/notesSlide" Target="/ppt/notesSlides/notesSlide7.xml" Id="R0b850173802a42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31e2803cd4239" /><Relationship Type="http://schemas.openxmlformats.org/officeDocument/2006/relationships/image" Target="/ppt/media/image.png" Id="R37208173742b41a7" /><Relationship Type="http://schemas.openxmlformats.org/officeDocument/2006/relationships/notesSlide" Target="/ppt/notesSlides/notesSlide8.xml" Id="Recb5bb3a239444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8c9812965d413a" /><Relationship Type="http://schemas.openxmlformats.org/officeDocument/2006/relationships/image" Target="/ppt/media/image2.png" Id="R0d0b2b4d15b0469a" /><Relationship Type="http://schemas.openxmlformats.org/officeDocument/2006/relationships/notesSlide" Target="/ppt/notesSlides/notesSlide9.xml" Id="R2a33dd68e9c84a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7AA97-AD56-48C6-A338-41BD817D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El problema · Frontier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40F99-3B8F-4E1A-BB75-AC30DC6C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63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Una tarea simple puede exigir</a:t>
            </a:r>
          </a:p>
          <a:p xmlns:a="http://schemas.openxmlformats.org/drawingml/2006/main">
            <a: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muchas pantallas.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EA6C2-75AB-4CA2-A505-F8D68623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Consultar, editar o exportar sin una API.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La persona debe encontrar y comprobar el recorrido.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83CFA-B918-4C5A-96FD-286AE83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20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CC53C-3D16-40BA-BC39-79489EB7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1 / 9</a:t>
            </a:r>
          </a:p>
        </p:txBody>
      </p:sp>
    </p:spTree>
    <p:extLst>
      <p:ext uri="{BB962C8B-B14F-4D97-AF65-F5344CB8AC3E}">
        <p14:creationId xmlns:p14="http://schemas.microsoft.com/office/powerpoint/2010/main" val="1239594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4F9FA-69B3-4E6E-98FA-1BD2A36B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El impacto · tiempo y herramientas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F701B-1296-4CA4-8997-FB414CBD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60%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2D8A1-11B4-44C5-AEE7-5AFBC6B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49053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del tiempo de los representantes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de ventas se dedica a actividades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distintas de vender.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EB3F5-BADF-42AD-8F53-8EF17828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00200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42%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AF61C-E3F8-4CD2-9C97-FFEEECCE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67050"/>
            <a:ext cx="49053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de los representantes de ventas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se siente abrumado por la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cantidad de herramientas.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EC0BF-2FE7-4491-8B65-D0E9BE72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Contexto de ventas; no mide ahorro de Frontier Agent.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E5E33-AC3C-4628-BD05-C9C4F2D7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Salesforce · State of Sales, 7.ª ed. (2026), pp. 8 y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C041A-773D-443D-AC88-3FC2054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15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062C8-74C8-4BAA-8B5F-67B244C7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2 / 9</a:t>
            </a:r>
          </a:p>
        </p:txBody>
      </p:sp>
    </p:spTree>
    <p:extLst>
      <p:ext uri="{BB962C8B-B14F-4D97-AF65-F5344CB8AC3E}">
        <p14:creationId xmlns:p14="http://schemas.microsoft.com/office/powerpoint/2010/main" val="1631813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C17E6-985C-47A0-8C5F-FD7C8277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A5FD5-B2BD-43A0-9E1B-69FB0FB3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63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Tú defines la tarea.</a:t>
            </a:r>
          </a:p>
          <a:p xmlns:a="http://schemas.openxmlformats.org/drawingml/2006/main">
            <a:pPr>
              <a:def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El agente decide el recorrido.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7C0F3-70FD-455E-B50F-200B400D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Observa → Decide → Actúa → Verifica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94BE0-348A-4065-9846-A1274EEB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El plan se ajusta a la pantalla; las acciones tienen límites.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876D0-AA53-4A20-9DB4-75FEDAA7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20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967B8-DAA6-4119-A776-BB94B53B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3 / 9</a:t>
            </a:r>
          </a:p>
        </p:txBody>
      </p:sp>
    </p:spTree>
    <p:extLst>
      <p:ext uri="{BB962C8B-B14F-4D97-AF65-F5344CB8AC3E}">
        <p14:creationId xmlns:p14="http://schemas.microsoft.com/office/powerpoint/2010/main" val="1359621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2C7A9-6837-47E7-BA78-4A57AE88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Arquitectura multiagente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ADAFA-0A51-4BC5-B369-F562CBBC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3286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Coordinator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Plan e hitos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6E9FB-573C-4D86-B25E-11BBA63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423A8-AC4C-4C66-B213-04938162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Operator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Propone acciones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C9FAF-F00D-4D35-ADE5-61145614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Verifier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Comprueba evidencia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80C06-6584-42D8-9847-E186B107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Diagnostica bloqueos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8C17C-D871-46B1-8B68-89589AFB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4812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Propuestas y verificación → validación determinista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CD930-9FAE-4E30-9D37-AE13FAB8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76775"/>
            <a:ext cx="666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Gateway VNC único · ejecuta y observa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FA8C5-2E22-45CB-A24C-AB55F8D1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Roles dentro del grafo · runner y watchdog controlan plazo/cierre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2B294-0377-4AEA-A6FD-B0BF5501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25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34AF3-F3FF-4FFE-9094-C7667683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4 / 9</a:t>
            </a:r>
          </a:p>
        </p:txBody>
      </p:sp>
    </p:spTree>
    <p:extLst>
      <p:ext uri="{BB962C8B-B14F-4D97-AF65-F5344CB8AC3E}">
        <p14:creationId xmlns:p14="http://schemas.microsoft.com/office/powerpoint/2010/main" val="10977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CC44E-F866-4791-865E-1BB39D79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Arquitectura de producción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0C4A2-513D-4289-9BAC-ABC5B180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477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DISEÑO OBJETIVO · despliegue público sin confirmación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9B08F-9143-49D8-97E5-CCC6F7D9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Admisión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C5D2C-5D43-4775-9FBC-00A83CD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33625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6D311-6A32-42E5-9873-49B72C94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Outbox + 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4CA36-E2A4-4621-9CC7-1C347CE9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86D20-E0EE-42CB-B83E-90A82C13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Redis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Referencias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8686C-F1FC-4C1A-8143-E4891D3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DF1D8-F1D9-40F2-BDC8-037EB8F9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Worker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LangGraph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006AE-0827-437B-BC8F-A7125A19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571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354CE-A92A-433A-9002-F92C6169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304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Supervisor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Plazo y cierre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5E64B-37C1-4AF1-B536-67AEA138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957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App externa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Pantalla y controles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A72AE-ED3C-4A49-BF9E-C49E0C6B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8F9B8-7BD7-4BE0-9F7D-02B273A1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3000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82B8C4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Gateway VNC</a:t>
            </a:r>
          </a:p>
          <a:p xmlns:a="http://schemas.openxmlformats.org/drawingml/2006/main">
            <a:pPr>
              <a:def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Único emisor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50C6D-396F-4C23-AD52-971C9435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Langfuse: metadatos seguros · Capturas privadas · Escala por escritorios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B1C36-1248-4FDD-8858-A4F96E57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25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2D121-2811-41A5-92CA-009290CA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5 / 9</a:t>
            </a:r>
          </a:p>
        </p:txBody>
      </p:sp>
    </p:spTree>
    <p:extLst>
      <p:ext uri="{BB962C8B-B14F-4D97-AF65-F5344CB8AC3E}">
        <p14:creationId xmlns:p14="http://schemas.microsoft.com/office/powerpoint/2010/main" val="870333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879D4-30FB-4226-9B74-309625BC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Resultados reales · corte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F2D02-3A98-4245-9FD0-835E4381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E3: 1/1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21888-78A5-4168-B6A3-64836391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Una consulta real local, después de intentos fallidos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14EF0-5455-46C0-95C4-0DAA4AC4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0,03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C8555-B086-475B-9F15-32920505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Admisión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58FBA-C418-42CA-8174-AC9FCB47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432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196,3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A910D-CA9E-4CEB-918B-FC0790A6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433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Terminal detectado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C1C03-28C7-4996-ACAC-021DF03A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432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7356D-3E6F-4B42-A7F0-1D07F4C6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43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Acciones verificadas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FCABC-42E5-4A95-A1FA-DFBC20A9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340 pruebas aprobadas · transporte y dueño cerrados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66C8E-B195-431D-B4D8-0F42710B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Corte documentado; no prueba E1–E5 completos ni estabilidad.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2B062-18E0-4202-A6B7-F9A55634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40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CD8AD-3AE8-47D5-BBEF-F1A2CB10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6 / 9</a:t>
            </a:r>
          </a:p>
        </p:txBody>
      </p:sp>
    </p:spTree>
    <p:extLst>
      <p:ext uri="{BB962C8B-B14F-4D97-AF65-F5344CB8AC3E}">
        <p14:creationId xmlns:p14="http://schemas.microsoft.com/office/powerpoint/2010/main" val="1378569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5C438-216B-4925-99AA-368D11F3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Lo aprendido y lo mejorado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4629C-911A-447B-B9B2-6EE4F41E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76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Verificar una acción no equivale</a:t>
            </a:r>
          </a:p>
          <a:p xmlns:a="http://schemas.openxmlformats.org/drawingml/2006/main">
            <a:pPr>
              <a:def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 completar la tarea.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243FC-48BA-49AE-A792-F7F4483D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6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Separamos efecto verificado y criterios de completitud.</a:t>
            </a:r>
          </a:p>
          <a:p xmlns:a="http://schemas.openxmlformats.org/drawingml/2006/main">
            <a: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Conservamos rutas confirmadas y reobservamos tras demoras.</a:t>
            </a:r>
          </a:p>
          <a:p xmlns:a="http://schemas.openxmlformats.org/drawingml/2006/main">
            <a: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Ligamos cada efecto a evidencia posterior de la misma sesión.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16663-6D46-41E2-B19C-21FFDE08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Siguiente gate: E1–E5 repetidos y variaciones de interfaz.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E5C30-15FD-4F3F-914C-B9212AAD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Corte local documentado · 35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9937A-19E3-48F6-89E9-70765662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7 / 9</a:t>
            </a:r>
          </a:p>
        </p:txBody>
      </p:sp>
    </p:spTree>
    <p:extLst>
      <p:ext uri="{BB962C8B-B14F-4D97-AF65-F5344CB8AC3E}">
        <p14:creationId xmlns:p14="http://schemas.microsoft.com/office/powerpoint/2010/main" val="1061471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8E187-B600-4B4B-8686-2EC93BBB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Respaldo · grafo completo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68660-1A9F-4A2E-B49C-DFD85F4BC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08173742b41a7"/>
          <a:stretch xmlns:a="http://schemas.openxmlformats.org/drawingml/2006/main"/>
        </p:blipFill>
        <p:spPr>
          <a:xfrm xmlns:a="http://schemas.openxmlformats.org/drawingml/2006/main">
            <a:off x="4845606" y="1333500"/>
            <a:ext cx="2500789" cy="4238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B9201-E3EE-4996-98AC-31E4FAA2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Original v0.3 · diseño lógico, no traza de ejecución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61014-7D26-43B1-9EC8-052207F2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Respaldo · fuera del guion de tres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E45A2-B0C4-49B4-A95D-2936FF9D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8 / 9</a:t>
            </a:r>
          </a:p>
        </p:txBody>
      </p:sp>
    </p:spTree>
    <p:extLst>
      <p:ext uri="{BB962C8B-B14F-4D97-AF65-F5344CB8AC3E}">
        <p14:creationId xmlns:p14="http://schemas.microsoft.com/office/powerpoint/2010/main" val="2097846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1B14F-BE89-4E78-A3EB-7DEF443B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Respaldo · producción completa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B78BB-ABE2-4F6B-8B6B-0C6E13792F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b2b4d15b0469a"/>
          <a:stretch xmlns:a="http://schemas.openxmlformats.org/drawingml/2006/main"/>
        </p:blipFill>
        <p:spPr>
          <a:xfrm xmlns:a="http://schemas.openxmlformats.org/drawingml/2006/main">
            <a:off x="666750" y="2607885"/>
            <a:ext cx="10858500" cy="168985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01402-F515-4FC1-BB2B-F34B8314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Original v0.3: LangSmith · implementación actual: Langfuse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08D54-CB54-4FB0-9E95-8BA644F7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Respaldo · fuera del guion de tres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A604D-8AD6-4CEF-9C0A-E7B7C217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9 / 9</a:t>
            </a:r>
          </a:p>
        </p:txBody>
      </p:sp>
    </p:spTree>
    <p:extLst>
      <p:ext uri="{BB962C8B-B14F-4D97-AF65-F5344CB8AC3E}">
        <p14:creationId xmlns:p14="http://schemas.microsoft.com/office/powerpoint/2010/main" val="1361740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2026-10-10T23:58:03.3640000Z</dcterms:created>
  <dcterms:modified xsi:type="dcterms:W3CDTF">2026-10-10T23:58:03.3640000Z</dcterms:modified>
</coreProperties>
</file>